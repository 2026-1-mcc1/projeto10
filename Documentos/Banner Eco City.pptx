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iuEy/r/0Lu/kU+lIshibyNSjb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62219" y="21145003"/>
            <a:ext cx="29324751" cy="9460534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452423"/>
            <a:ext cx="29303962" cy="8372957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809776" y="13218983"/>
            <a:ext cx="21015953" cy="13057756"/>
            <a:chOff x="0" y="-47625"/>
            <a:chExt cx="1949116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26416" y="-47625"/>
              <a:ext cx="1922700" cy="12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15619815" y="22598719"/>
            <a:ext cx="11395849" cy="6655559"/>
          </a:xfrm>
          <a:custGeom>
            <a:rect b="b" l="l" r="r" t="t"/>
            <a:pathLst>
              <a:path extrusionOk="0" h="3493732" w="5982073">
                <a:moveTo>
                  <a:pt x="0" y="0"/>
                </a:moveTo>
                <a:lnTo>
                  <a:pt x="5982074" y="0"/>
                </a:lnTo>
                <a:lnTo>
                  <a:pt x="5982074" y="3493732"/>
                </a:lnTo>
                <a:lnTo>
                  <a:pt x="0" y="3493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6689" y="3979580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Eco City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-104187" y="5559688"/>
            <a:ext cx="29304000" cy="27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Brian Walter, Arthur Lima De Luiz e Leonardo Batista Franca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Victor Bruno Alexander Rosetti de Quiroz, Renata Muniz Do Nascimento, Adriano Felix Valente, Eduardo Savino Gomes, Luis Fernando dos Santos Pires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5101143" y="21388928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Imagem ilustrativa do jogo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5336206" y="29063541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554850" y="31719850"/>
            <a:ext cx="122934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POPLIN, A. </a:t>
            </a:r>
            <a:r>
              <a:rPr i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Playful public participation in urban planning: A case study for online serious games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. Computers, Environment and Urban Systems, 2012.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STANITSAS, M.; KIRYTOPOULOS, K.; VAREILLES, E. </a:t>
            </a:r>
            <a:r>
              <a:rPr i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Facilitating sustainability transition through serious games: A systematic literature review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. Journal of Cleaner Production, 2019.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NYSTROM, Robert. </a:t>
            </a:r>
            <a:r>
              <a:rPr i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Game Programming Patterns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. 2014.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SCHELL, Jesse. </a:t>
            </a:r>
            <a:r>
              <a:rPr i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The Art of Game Design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. 2008.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6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4500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Unity 6: utilizada na construção do jogo e do ambiente 3D.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C#: utilizada na programação das regras e mecânicas.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Visual Studio / VS Code: utilizados na criação e edição dos scripts.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Git e GitHub: utilizados no versionamento e organização do projeto.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itch.io: utilizada na publicação da versão web.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95875" y="10749178"/>
            <a:ext cx="12562800" cy="8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Muitos jogos de tabuleiro tradicionais valorizam apenas o acúmulo de dinheiro como sinal de sucesso. Essa lógica não representa adequadamente situações reais, em que decisões econômicas também afetam o meio ambiente e a qualidade de vida da população.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No contexto urbano, crescimento e desenvolvimento precisam ser pensados de forma equilibrada. Por isso, Eco City propõe uma experiência em que o jogador reflita sobre consequências sociais, ambientais e financeiras de cada escolha.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6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Eco City propõe utilizar um jogo digital como ferramenta para discutir desafios reais do desenvolvimento urbano sustentável. Por meio da simulação, o jogador é levado a tomar decisões que envolvem crescimento econômico, impacto ambiental e bem-estar social.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Dessa forma, o projeto busca mostrar que a gestão de uma cidade exige equilíbrio entre diferentes fatores, aproximando o jogo de questões presentes na realidade.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5619825" y="10882475"/>
            <a:ext cx="11914500" cy="109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O projeto resultou em um protótipo funcional desenvolvido em 3D, com tabuleiro 6x6 e 12 rodadas, permitindo ao jogador interagir com propriedades e tomar decisões com impacto direto nos indicadores principais.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Foram implementados sistema de turnos, movimentação, compra de propriedades, atualização de dinheiro, bem-estar e poluição, além de uma estrutura capaz de comparar desempenho econômico, social e ambiental ao longo da partida.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Além da execução local no Unity, o jogo também foi publicado em formato web, ampliando o acesso ao projeto e sua utilização em apresentações, avaliações e demonstrações acadêmicas.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15726789" y="24248110"/>
            <a:ext cx="116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868863" y="21976388"/>
            <a:ext cx="10897774" cy="695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